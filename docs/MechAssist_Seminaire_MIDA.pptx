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3F9EC2-9E84-A96C-CBDC-0B881C226B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4D2CF00-8D8E-1FD4-A7B8-94EBD96466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B777B8F-DDD6-CA5F-F5C8-6331D3950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A208F-CA99-4A44-9AEF-BA3B222DF2B3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DB15D1-6BDA-59DA-62C6-F9DB05B49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68FFBD3-D766-54AB-B436-F6C255E17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21A25-365B-44C7-9B49-6E5255066C6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6348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F1E10B-76EA-97CD-994C-A7A552E00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9D9A7B2-896C-B558-554C-2B9ABE532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F3577F2-D6AF-8687-2896-25C2B0F1E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A208F-CA99-4A44-9AEF-BA3B222DF2B3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5229BE-447F-20AF-9242-3C4E37748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3F7FDFB-96FB-8306-8A4E-AC6081BB9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21A25-365B-44C7-9B49-6E5255066C6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4197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A70EAD-E672-5639-46C5-74D1EA11A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221D943-9E22-FB60-7C7D-EF1C8FDC7E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B7D6EB-00F5-2904-4740-0F86D9368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A208F-CA99-4A44-9AEF-BA3B222DF2B3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11FBBB8-8970-1EB1-9687-2047D3A9B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7D94006-0704-FAF7-9606-364DD0A6D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21A25-365B-44C7-9B49-6E5255066C6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1483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8B469D-99BB-592D-68E9-259390ECE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AC8C59-C4AE-3BBA-0B72-0D37F81C31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FF816EA-76A8-C3A7-097C-122F845F2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A03A6EF-A1A4-253D-1875-D555124B3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A208F-CA99-4A44-9AEF-BA3B222DF2B3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F9B5EF1-C749-2C34-01EE-6F58CD616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230751D-D07B-3BD9-A564-E65CB9154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21A25-365B-44C7-9B49-6E5255066C6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5963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F03E71-320C-CF32-5499-64CE168C3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207F0C5-AD87-98CB-CCA3-2657E8CA34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DB0BCE3-FA51-D3E0-4577-6CAE5B5474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B9CAB2D-1752-5311-D4CC-3F503B64C4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25F4B40-02CD-0234-0C94-67CC92B801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97C32B4-8A7D-1ADA-E340-A2310FB15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A208F-CA99-4A44-9AEF-BA3B222DF2B3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ADDB0C0-21D8-E078-A427-6ED9D3EC1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95FA1F8-BC2C-7A8B-E22D-82A89AD14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21A25-365B-44C7-9B49-6E5255066C6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8793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ECF139-AA9F-1CE7-4337-F5FAFD986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67B9541-B3D9-8A73-370B-18F5259C9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A208F-CA99-4A44-9AEF-BA3B222DF2B3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4B5A77A-637F-28D8-423B-2B19FB89F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13BEDB4-FDDB-29FD-FBA6-BDA7D8C2D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21A25-365B-44C7-9B49-6E5255066C6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2184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E22228C-6AEB-B6F5-740A-59908A14C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A208F-CA99-4A44-9AEF-BA3B222DF2B3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DB9EC0E-10BC-D1B2-870B-E936A1B43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C66860-F97D-346C-5C44-EA7AB858C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21A25-365B-44C7-9B49-6E5255066C6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0672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DCC94A-D2C8-5807-6ACD-432B24E8E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F95446A-9C5B-351F-2C7A-B17F96670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9E66103-7A23-DE57-6EBC-D5686BCA50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B2C313C-FD44-509F-24FC-22131E356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A208F-CA99-4A44-9AEF-BA3B222DF2B3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F1004D9-846D-BB93-5DBE-B89549BF8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8683379-E3D5-D09A-C29A-71CFE4F53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21A25-365B-44C7-9B49-6E5255066C6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5526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65B8B4-0DF2-B0D0-2630-B112EEE20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5986A60-2AF0-AB1F-E509-236DEFCF25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412B9AE-4697-7C46-51E9-D6587F9383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620FDF5-05EE-F646-00E1-43F0CF122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A208F-CA99-4A44-9AEF-BA3B222DF2B3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12075FE-367E-6269-268A-EAD048235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461D838-55ED-2F5C-7CA2-2761B3373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21A25-365B-44C7-9B49-6E5255066C6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9296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291778-5687-274C-99A0-133E3BA41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1FD912E-0AD5-F226-E61B-CA45759937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F123C4C-832D-37FA-0123-200B3D69B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A208F-CA99-4A44-9AEF-BA3B222DF2B3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EFAF572-8584-EE0E-45AA-2DA8B357C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5839638-1C18-FF9D-0E18-6DCAC301C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21A25-365B-44C7-9B49-6E5255066C6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582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110386A-332D-0670-D64E-FEC1A95AD0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BE6569B-0BE9-3AD4-D7CC-B83F221068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7AE5D70-FB9A-8B41-DAE0-4C7E18B71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A208F-CA99-4A44-9AEF-BA3B222DF2B3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9BF711-6B43-0477-FB5E-3CA546979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02A3F3A-6FBD-D8E6-30B0-F5468C8A2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21A25-365B-44C7-9B49-6E5255066C6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74491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re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B8703A-EC99-CAAB-7488-0FD46DDD4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C304984-51F4-3EF7-3B03-9A6D68B693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9FA4A6C-C439-B1BC-7418-50618A98D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A208F-CA99-4A44-9AEF-BA3B222DF2B3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A2ED820-C0C0-7AC9-1257-7DA02C691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E43F71A-A1A2-3DBB-F726-1FBD852A7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21A25-365B-44C7-9B49-6E5255066C6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94461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44A8F7E-E203-07EF-6B35-44BBBED9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C6F493B-CC20-92F6-06C0-992BFDBFFF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F3DB561-5BDB-51CB-722A-E9D459DF40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2A208F-CA99-4A44-9AEF-BA3B222DF2B3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512CD02-EC2D-52B1-15A2-54B8E631FE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5C24748-3750-763B-A2E8-70A0DC4327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C21A25-365B-44C7-9B49-6E5255066C6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958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614C9A-3BA6-5433-2E93-CC8C0D4763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/>
              <a:t>MechAssist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5409652-9F8A-61A6-7875-7327E189CA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fr-FR" sz="1800"/>
              <a:t>Application mobile de mise en relation Client - Mecanicien par geolocalisation
Seminaire MIDA - Groupe 12
UCAO-UUT - Genie Informatique (2023-2026)
ESSE Henry-Joel | JOHNSON Jeremiah | MATANVI Akouvi Abigail
Encadrement : Mr WOAMEY</a:t>
            </a:r>
          </a:p>
        </p:txBody>
      </p:sp>
    </p:spTree>
    <p:extLst>
      <p:ext uri="{BB962C8B-B14F-4D97-AF65-F5344CB8AC3E}">
        <p14:creationId xmlns:p14="http://schemas.microsoft.com/office/powerpoint/2010/main" val="3389170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0D472F-CFAD-199D-2BFB-650CF4778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I - INTRODUCTION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403FDEB-2D1D-D918-6994-660144E0F1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800"/>
              <a:t>Contexte : hausse des pannes mecaniques (motos, voitures)
Recherche encore basee sur bouche-a-oreille et appels
Digitalisation et smartphones : opportunite de centraliser l'assistance
MechAssist : plateforme mobile pour connecter conducteurs et mecaniciens en temps reel</a:t>
            </a:r>
          </a:p>
        </p:txBody>
      </p:sp>
    </p:spTree>
    <p:extLst>
      <p:ext uri="{BB962C8B-B14F-4D97-AF65-F5344CB8AC3E}">
        <p14:creationId xmlns:p14="http://schemas.microsoft.com/office/powerpoint/2010/main" val="3663177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20E461-8218-31F2-62F2-69A0C8419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I - INTRODUCTION (suite)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1AF9871-7BAE-F395-0340-813F4870CD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800"/>
              <a:t>Objectif du seminaire : presenter l'analyse, la conception et la realisation d'une solution operationnelle
Stack retenue : Flutter (front), Laravel (API REST), PostgreSQL (donnees metier)
Depot : github.com/jojoskino/Mechassist</a:t>
            </a:r>
          </a:p>
        </p:txBody>
      </p:sp>
    </p:spTree>
    <p:extLst>
      <p:ext uri="{BB962C8B-B14F-4D97-AF65-F5344CB8AC3E}">
        <p14:creationId xmlns:p14="http://schemas.microsoft.com/office/powerpoint/2010/main" val="271946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E31E07-D99B-37C5-3D61-E3FA1CF59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II - PRESENTATION DU THEME ET PROBLEMATIQUE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1C0E1CA-8DC1-5401-A2CE-726FE153B9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800"/>
              <a:t>Theme : assistance mecanique geolocalisee
Problematique :
Comment mettre en relation, en temps reel, un client en panne avec un mecanicien proche pour une assistance rapide, efficace et tracee ?
Constat : pas de solution simple, centralisee et fiable dans le contexte vise</a:t>
            </a:r>
          </a:p>
        </p:txBody>
      </p:sp>
    </p:spTree>
    <p:extLst>
      <p:ext uri="{BB962C8B-B14F-4D97-AF65-F5344CB8AC3E}">
        <p14:creationId xmlns:p14="http://schemas.microsoft.com/office/powerpoint/2010/main" val="568526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6328CC-1ADB-A9B3-E06C-3E3F16A1B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II - Objectifs du projet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3365C3F-4926-27E9-98F8-FDC694B5AA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800"/>
              <a:t>Objectif general : reduire le delai d'intervention en connectant client et professionnel
Objectifs specifiques :
- Signaler une panne facilement
- Geolocaliser les mecaniciens proches
- Assistance a distance (chat) et sur site
- Notifications et suivi des demandes
- Evaluation post-intervention</a:t>
            </a:r>
          </a:p>
        </p:txBody>
      </p:sp>
    </p:spTree>
    <p:extLst>
      <p:ext uri="{BB962C8B-B14F-4D97-AF65-F5344CB8AC3E}">
        <p14:creationId xmlns:p14="http://schemas.microsoft.com/office/powerpoint/2010/main" val="2392584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9A1F45-A2C9-769E-1797-06E1A6157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II - Public cible et valeur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9DDD194-61AA-25EC-40DA-5C8001D6EE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800"/>
              <a:t>Clients : conducteurs de motos et voitures en situation de panne
Mecaniciens : professionnels gerant disponibilite et interventions
Valeur client : gain de temps, transparence, historique
Valeur mecanicien : nouvelles demandes, visibilite, optimisation des deplacements</a:t>
            </a:r>
          </a:p>
        </p:txBody>
      </p:sp>
    </p:spTree>
    <p:extLst>
      <p:ext uri="{BB962C8B-B14F-4D97-AF65-F5344CB8AC3E}">
        <p14:creationId xmlns:p14="http://schemas.microsoft.com/office/powerpoint/2010/main" val="2183479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D2A6EC-42B6-2679-5472-229113359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III - ANALYSE ET CONCEPTION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3373802-E515-BCE4-96EE-88EB5165F6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800"/>
              <a:t>Acteurs : Client, Mecanicien, Systeme de notifications
Besoins client : trouver un proche, envoyer demande, suivre statut, chatter, noter
Besoins mecanicien : recevoir demandes, accepter/refuser, naviguer, cloturer
Contraintes : securite (JWT), performance, mode hors-ligne partiel (cache)</a:t>
            </a:r>
          </a:p>
        </p:txBody>
      </p:sp>
    </p:spTree>
    <p:extLst>
      <p:ext uri="{BB962C8B-B14F-4D97-AF65-F5344CB8AC3E}">
        <p14:creationId xmlns:p14="http://schemas.microsoft.com/office/powerpoint/2010/main" val="1239723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0BA85B-41F4-BB27-6845-39DE2FB78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III - Architecture technique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C1346B3-231E-C545-536C-A626F5DCF6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800"/>
              <a:t>Frontend Flutter : Android, Web (carte, chat, profils)
Backend Laravel 11 : API REST /api/*
Base PostgreSQL (MechAssist_db) : source de verite
Firebase (optionnel) : FCM notifications, sync Firestore desactivee en local
Flux : App -&gt; API -&gt; PostgreSQL ; temps reel via polling / push</a:t>
            </a:r>
          </a:p>
        </p:txBody>
      </p:sp>
    </p:spTree>
    <p:extLst>
      <p:ext uri="{BB962C8B-B14F-4D97-AF65-F5344CB8AC3E}">
        <p14:creationId xmlns:p14="http://schemas.microsoft.com/office/powerpoint/2010/main" val="1107016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E27142-4572-0BF4-1544-3F7D02778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III - Modele de donnees (principal)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FE4E27B-F15F-613A-E0C1-AC4373247D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800"/>
              <a:t>users : comptes client / mecanicien, profil, position, disponibilite
intervention_requests : panne, statut, GPS, vehicule
chat_messages : echanges lies a une demande
mechanic_ratings : notes et commentaires
Statuts demande : pending, accepted, in_progress, completed, cancelled</a:t>
            </a:r>
          </a:p>
        </p:txBody>
      </p:sp>
    </p:spTree>
    <p:extLst>
      <p:ext uri="{BB962C8B-B14F-4D97-AF65-F5344CB8AC3E}">
        <p14:creationId xmlns:p14="http://schemas.microsoft.com/office/powerpoint/2010/main" val="3982219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6F48F7-8DBB-8F5B-1A8B-475AF3A95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III - Conception UX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FDF171-B6B2-1EAB-C9C0-70543C7DA5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800"/>
              <a:t>Ecran carte type Google Maps (decouverte mecaniciens / zone d'intervention)
Barre de recherche epuree, filtres (rayon, notes, specialite)
Bottom sheet : liste des resultats et actions
Navigation par role : tableau de bord client vs mecanicien
Authentification : email/mot de passe + Google OAuth</a:t>
            </a:r>
          </a:p>
        </p:txBody>
      </p:sp>
    </p:spTree>
    <p:extLst>
      <p:ext uri="{BB962C8B-B14F-4D97-AF65-F5344CB8AC3E}">
        <p14:creationId xmlns:p14="http://schemas.microsoft.com/office/powerpoint/2010/main" val="3586724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4F095D-FF56-01CA-6FEF-A05A13A3E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IV - REALISATION ET MISE EN OEUVRE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27FBDFC-AADF-0D83-B39F-AC5C51D21A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800"/>
              <a:t>Backend : controllers REST, migrations PostgreSQL, seed comptes demo
Frontend : dashboards client/mecanicien, carte, creation demande, chat
Scripts dev : flutter_run.ps1, run_web.ps1 (port 53100), API Laravel 8000
Comptes demo :
client@mechassist.local / mecanicien@mechassist.local
Mot de passe : MechAssist2026!</a:t>
            </a:r>
          </a:p>
        </p:txBody>
      </p:sp>
    </p:spTree>
    <p:extLst>
      <p:ext uri="{BB962C8B-B14F-4D97-AF65-F5344CB8AC3E}">
        <p14:creationId xmlns:p14="http://schemas.microsoft.com/office/powerpoint/2010/main" val="3911491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7CC603-094B-F9F6-F8BB-CC1946A93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IV - Fonctionnalites implementees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2E9CEAD-D86B-59C5-6A01-89512C93BB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800"/>
              <a:t>Inscription / connexion et synchronisation du role session
Carte avec marqueurs mecaniciens et recentrage GPS
Creation et suivi des demandes d'intervention
Messagerie par demande
Profil utilisateur et avatars
Health check API + verification PostgreSQL (verify-postgres.ps1)</a:t>
            </a:r>
          </a:p>
        </p:txBody>
      </p:sp>
    </p:spTree>
    <p:extLst>
      <p:ext uri="{BB962C8B-B14F-4D97-AF65-F5344CB8AC3E}">
        <p14:creationId xmlns:p14="http://schemas.microsoft.com/office/powerpoint/2010/main" val="20836338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584A1D-A1B9-D894-2D45-EBD63C697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IV - Difficultes et corrections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DC08FE1-6F5C-1131-88CC-F18BAAB821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800"/>
              <a:t>Conflit ports Flutter/Laravel : web 53100, API 8000
Fichier .env invalide (commentaire sans #) : blocage PostgreSQL - corrige
Role client/mecanicien desynchronise : correction session_role
UI surchargee : barre recherche + filtres dans bottom sheet
Relance Flutter : scripts stop-flutter-web + wait port</a:t>
            </a:r>
          </a:p>
        </p:txBody>
      </p:sp>
    </p:spTree>
    <p:extLst>
      <p:ext uri="{BB962C8B-B14F-4D97-AF65-F5344CB8AC3E}">
        <p14:creationId xmlns:p14="http://schemas.microsoft.com/office/powerpoint/2010/main" val="1088293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DBDC47-9A6B-127D-4741-6D537615C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V - DEMONSTRATION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F0740EB-FB86-39CE-ED58-AFAD9507C9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800"/>
              <a:t>1. Demarrer Laravel : php artisan serve --port=8000
2. Lancer l'app : cd frontend puis .\flutter_run.ps1
3. Connexion client -&gt; carte -&gt; filtres -&gt; choisir mecanicien
4. Creer une demande (vehicule, probleme, photo)
5. Connexion mecanicien -&gt; accepter demande -&gt; chat
6. Verifier en base : scripts\verify-postgres.ps1</a:t>
            </a:r>
          </a:p>
        </p:txBody>
      </p:sp>
    </p:spTree>
    <p:extLst>
      <p:ext uri="{BB962C8B-B14F-4D97-AF65-F5344CB8AC3E}">
        <p14:creationId xmlns:p14="http://schemas.microsoft.com/office/powerpoint/2010/main" val="41843572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32CEC1-E504-D723-AAB7-18D636B2E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V - DEMONSTRATION (ecrans cles)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BE45D12-FFE4-5476-D6A9-3AFD3DE1F2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800"/>
              <a:t>Client : carte, recherche, feuille mecaniciens proches, nouvelle demande
Mecanicien : zone d'intervention, demandes entrantes, statut en ligne
API : http://127.0.0.1:8000/api/health/ready
Web : http://localhost:53100
Captures d'ecran a integrer lors de la soutenance</a:t>
            </a:r>
          </a:p>
        </p:txBody>
      </p:sp>
    </p:spTree>
    <p:extLst>
      <p:ext uri="{BB962C8B-B14F-4D97-AF65-F5344CB8AC3E}">
        <p14:creationId xmlns:p14="http://schemas.microsoft.com/office/powerpoint/2010/main" val="11861750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3E52EA-E204-76E4-AC1A-8A4FDEADA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VI - CONCLUSION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39413F6-ABC5-1330-8E46-AB1ED63AB3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800"/>
              <a:t>MechAssist repond a la problematique de mise en relation rapide client-mecanicien
Solution technique viable : Flutter + Laravel + PostgreSQL
Base locale operationnelle et donnees persistees en PostgreSQL
Perspectives : paiement mobile, PostGIS avance, app iOS, deploiement cloud</a:t>
            </a:r>
          </a:p>
        </p:txBody>
      </p:sp>
    </p:spTree>
    <p:extLst>
      <p:ext uri="{BB962C8B-B14F-4D97-AF65-F5344CB8AC3E}">
        <p14:creationId xmlns:p14="http://schemas.microsoft.com/office/powerpoint/2010/main" val="5391613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BCCC00-2814-632F-0617-5EBC07ADC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VI - CONCLUSION (suite)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B33C121-BBD2-24CD-CDEB-1ECFAA7CDC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800"/>
              <a:t>Merci pour votre attention.
Questions ?
GitHub : github.com/jojoskino/Mechassist
Equipe Groupe 12 - UCAO-UUT</a:t>
            </a:r>
          </a:p>
        </p:txBody>
      </p:sp>
    </p:spTree>
    <p:extLst>
      <p:ext uri="{BB962C8B-B14F-4D97-AF65-F5344CB8AC3E}">
        <p14:creationId xmlns:p14="http://schemas.microsoft.com/office/powerpoint/2010/main" val="123361549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965</Words>
  <Application>Microsoft Office PowerPoint</Application>
  <PresentationFormat>Grand écran</PresentationFormat>
  <Paragraphs>34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Thème Office</vt:lpstr>
      <vt:lpstr>MechAssist</vt:lpstr>
      <vt:lpstr>I - INTRODUCTION</vt:lpstr>
      <vt:lpstr>I - INTRODUCTION (suite)</vt:lpstr>
      <vt:lpstr>II - PRESENTATION DU THEME ET PROBLEMATIQUE</vt:lpstr>
      <vt:lpstr>II - Objectifs du projet</vt:lpstr>
      <vt:lpstr>II - Public cible et valeur</vt:lpstr>
      <vt:lpstr>III - ANALYSE ET CONCEPTION</vt:lpstr>
      <vt:lpstr>III - Architecture technique</vt:lpstr>
      <vt:lpstr>III - Modele de donnees (principal)</vt:lpstr>
      <vt:lpstr>III - Conception UX</vt:lpstr>
      <vt:lpstr>IV - REALISATION ET MISE EN OEUVRE</vt:lpstr>
      <vt:lpstr>IV - Fonctionnalites implementees</vt:lpstr>
      <vt:lpstr>IV - Difficultes et corrections</vt:lpstr>
      <vt:lpstr>V - DEMONSTRATION</vt:lpstr>
      <vt:lpstr>V - DEMONSTRATION (ecrans cles)</vt:lpstr>
      <vt:lpstr>VI - CONCLUSION</vt:lpstr>
      <vt:lpstr>VI - CONCLUSION (suite)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Gottlieb Johnson</dc:creator>
  <cp:lastModifiedBy>Gottlieb Johnson</cp:lastModifiedBy>
  <cp:revision>1</cp:revision>
  <dcterms:created xsi:type="dcterms:W3CDTF">2026-05-18T00:21:46Z</dcterms:created>
  <dcterms:modified xsi:type="dcterms:W3CDTF">2026-05-18T00:21:46Z</dcterms:modified>
</cp:coreProperties>
</file>